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01AF8-3634-4D53-8591-A18A55A11CD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CFAF4-EFCE-43FF-A20E-2FD80DCAB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58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CFAF4-EFCE-43FF-A20E-2FD80DCAB2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3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05DA-4BC8-3994-FD1A-B889CEEF6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FC2F0-37B9-BD2D-CE97-702E03A8F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465E4-FA57-DAAA-09D2-58ECFB81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31DD8-B341-BD01-7A03-DB7C7361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2B0E9-19F5-5508-DC45-385E1F06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3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D9A3-BA90-D4AF-0045-B82DA01E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7F13-BA81-D4F3-4FF9-819FFB220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193B-D520-2A2E-D396-1EDF39B0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D761-CF68-6E7B-3CEF-72214EAC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10A2B-DE91-C731-9EAB-3031BE81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1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DF4F-4B77-0ABB-B0CE-D0E2012B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43307-5CA3-782B-AB77-B8CFC3F57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372F-CA6C-DA6B-A259-C4A25336C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C2A16-16F0-1EED-7F76-D24A937C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0C9E2-19F4-DAE8-73C7-58CF6498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7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F65E-BB73-C128-2792-F2A8AD47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5FE8-C230-B09E-2D32-EF762FBA0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51BA4-A741-836A-8875-0659429B3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CBFDB-B258-7B60-CD2A-C3AFB2F5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4186A-6DE5-1A0C-41BA-D772C0EF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D55FE-5731-6D47-B9BF-409E0E63D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9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58A0-0A77-FC10-440B-98189736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5E992-1332-5A91-96FB-D8E5D134D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D8F71-6A97-F486-CC7E-2562624AD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84581-658B-A46A-990F-AF2FB5B96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EF0B64-9A7B-B358-6F6E-22E323F25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8BE23-1A60-ADD1-8308-EF5DE7A2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07C21-2ED3-F6C8-8AF2-792DAC149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3BE64-5419-47A3-D500-05C295A1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8947-007A-CA9B-6CA0-11DDFBD8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A5FBE-6726-1C77-5E07-8AF03C2B5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82C5A-68FC-8B24-B262-47DF826F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17B21-6647-4692-9A68-A52AA061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8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89AA5-BD4E-E004-689F-50CE05CC7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07F26-A05D-9712-CC03-119C3F39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4EC7-9F34-B910-2EC9-BBFE10FE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4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924D-EF88-91F0-E123-1A73B51F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68676-9F73-E75A-CAC0-08FAC50B2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C0177-7D37-A4BA-700E-49590C5FB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C93D8-B31A-4C60-3F4E-6CF5642D6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5552F-BC02-950D-EE05-69AD88E7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51F1A-96DF-2B87-B141-9979A627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6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88F2-6757-114E-9E6E-022B0E95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518237-72E8-B930-43D9-DD3E36634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D861E-3500-F3D9-8010-7CEC72298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5C702-B352-471E-AB2E-6A8005F5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AD5F9-DF55-07F4-C9A0-409A3AFE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BDC3E-4839-C560-2033-C640B474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1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C9A8-C2F5-4FE2-C671-63F05773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A98CC-7F0F-9860-5A80-32BC7DA39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1E39B-F431-8924-6EE1-A103CF35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7E688-6E41-708B-B873-BEF63886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D7C8-B8BC-7F12-F957-DF1E5626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6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C71C1-6E8A-5B98-4E61-89C468659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9EB7E-1009-454D-8F10-05E973C9A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B21B-0D45-5DBE-1CF2-9D545F46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3970C-4B68-EE39-CA72-F2E568E3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5388D-2CF0-3465-D724-B9128E81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3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5B205-3A05-9BA7-5102-67DBC2486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E009E-B473-7419-1877-C12CCDBBD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DA7A4-11B4-D3CA-40EF-28D6DC773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99A95-5453-44EB-98F5-DE4FC772D9D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0A275-20A1-EEDA-978D-BE59B64DE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41E4C-0D2F-B247-B6BF-A59C305F2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3A542-B46A-4F65-97A5-BB68C12B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9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7E19-E1D6-3D85-CEF7-2AECC95E91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KG-GPT: A General Framework for Reasoning on Knowledge Graphs Using Large Language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D1611-6CF3-04B3-D251-A1BD34A13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9174" y="3641367"/>
            <a:ext cx="9144000" cy="1655762"/>
          </a:xfrm>
        </p:spPr>
        <p:txBody>
          <a:bodyPr/>
          <a:lstStyle/>
          <a:p>
            <a:r>
              <a:rPr lang="en-US" dirty="0"/>
              <a:t> Presented by </a:t>
            </a:r>
            <a:r>
              <a:rPr lang="en-US" dirty="0" err="1"/>
              <a:t>KienNg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8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DC04-44F5-243C-9C99-3ABECFDB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687E-8862-C099-E42D-D673F66D5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KG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. Tuy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paper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,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pp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LLM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KG</a:t>
            </a:r>
          </a:p>
          <a:p>
            <a:pPr>
              <a:buFontTx/>
              <a:buChar char="-"/>
            </a:pPr>
            <a:r>
              <a:rPr lang="en-US" dirty="0"/>
              <a:t>KG-GPT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LLM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KG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FactKG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935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4960-7927-E9E3-4A43-75CFCF152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-334297"/>
            <a:ext cx="10515600" cy="1325563"/>
          </a:xfrm>
        </p:spPr>
        <p:txBody>
          <a:bodyPr/>
          <a:lstStyle/>
          <a:p>
            <a:r>
              <a:rPr lang="en-US" dirty="0"/>
              <a:t>2.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0068E9-2567-64AF-2C71-04A7BCEC8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860" y="786580"/>
            <a:ext cx="9550280" cy="556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1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42866-DFC5-5306-A199-A029C0046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324464"/>
            <a:ext cx="11808542" cy="63123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Pharse1: Sentence Segmentation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1 Claim ban </a:t>
            </a:r>
            <a:r>
              <a:rPr lang="en-US" dirty="0" err="1"/>
              <a:t>đầu</a:t>
            </a:r>
            <a:r>
              <a:rPr lang="en-US" dirty="0"/>
              <a:t>,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sub-sentences, </a:t>
            </a:r>
            <a:r>
              <a:rPr lang="en-US" dirty="0" err="1"/>
              <a:t>mỗi</a:t>
            </a:r>
            <a:r>
              <a:rPr lang="en-US" dirty="0"/>
              <a:t> sub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relation (do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sub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relation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claim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n-hop relation.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6C2C3-1BE6-E9C3-EFD9-6CCF69A0F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6" y="779360"/>
            <a:ext cx="12192000" cy="293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AF6B-ADC2-D93E-DAE7-2960DE9CC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226142"/>
            <a:ext cx="11788878" cy="6508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Pharse2: Graph Retrieval and Inference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ECA8F-826F-3E04-C4B3-7FA9CA73F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083"/>
            <a:ext cx="12192000" cy="455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4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D940-F157-8324-C4A2-612F84FD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8" y="501445"/>
            <a:ext cx="11552903" cy="6272981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 err="1"/>
              <a:t>Để</a:t>
            </a:r>
            <a:r>
              <a:rPr lang="en-US" dirty="0"/>
              <a:t> validate claim,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1 evidence graph.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retrieve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relation candidates (R</a:t>
            </a:r>
            <a:r>
              <a:rPr lang="en-US" sz="2000" dirty="0"/>
              <a:t>i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subsentences. </a:t>
            </a:r>
          </a:p>
          <a:p>
            <a:pPr>
              <a:buFontTx/>
              <a:buChar char="-"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entity </a:t>
            </a:r>
            <a:r>
              <a:rPr lang="en-US" dirty="0" err="1"/>
              <a:t>trong</a:t>
            </a:r>
            <a:r>
              <a:rPr lang="en-US" dirty="0"/>
              <a:t> entity sets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subsentences(S</a:t>
            </a:r>
            <a:r>
              <a:rPr lang="en-US" sz="2000" dirty="0"/>
              <a:t>i</a:t>
            </a:r>
            <a:r>
              <a:rPr lang="en-US" dirty="0"/>
              <a:t>),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schema </a:t>
            </a:r>
            <a:r>
              <a:rPr lang="en-US" dirty="0" err="1"/>
              <a:t>của</a:t>
            </a:r>
            <a:r>
              <a:rPr lang="en-US" dirty="0"/>
              <a:t> KG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relation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entity </a:t>
            </a:r>
            <a:r>
              <a:rPr lang="en-US" dirty="0" err="1"/>
              <a:t>đó</a:t>
            </a:r>
            <a:r>
              <a:rPr lang="en-US" dirty="0"/>
              <a:t>.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relation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entity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relation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type </a:t>
            </a:r>
            <a:r>
              <a:rPr lang="en-US" dirty="0" err="1"/>
              <a:t>của</a:t>
            </a:r>
            <a:r>
              <a:rPr lang="en-US" dirty="0"/>
              <a:t> entity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>
              <a:buFontTx/>
              <a:buChar char="-"/>
            </a:pP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relation </a:t>
            </a:r>
            <a:r>
              <a:rPr lang="en-US" dirty="0" err="1"/>
              <a:t>được</a:t>
            </a:r>
            <a:r>
              <a:rPr lang="en-US" dirty="0"/>
              <a:t> retrieve </a:t>
            </a:r>
            <a:r>
              <a:rPr lang="en-US" dirty="0" err="1"/>
              <a:t>từ</a:t>
            </a:r>
            <a:r>
              <a:rPr lang="en-US" dirty="0"/>
              <a:t> 1 subsentence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LLM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subsentence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top k relation (</a:t>
            </a:r>
            <a:r>
              <a:rPr lang="en-US" dirty="0" err="1"/>
              <a:t>R</a:t>
            </a:r>
            <a:r>
              <a:rPr lang="en-US" sz="2000" dirty="0" err="1"/>
              <a:t>i,k</a:t>
            </a:r>
            <a:r>
              <a:rPr lang="en-US" dirty="0"/>
              <a:t>).</a:t>
            </a:r>
          </a:p>
          <a:p>
            <a:pPr>
              <a:buFontTx/>
              <a:buChar char="-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 evidence graph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triples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relation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R</a:t>
            </a:r>
            <a:r>
              <a:rPr lang="en-US" sz="2000" dirty="0" err="1"/>
              <a:t>i,k</a:t>
            </a:r>
            <a:r>
              <a:rPr lang="en-US" sz="2000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entity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subsentence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29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44C0-A6B7-5893-F333-61549509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23090" cy="804914"/>
          </a:xfrm>
        </p:spPr>
        <p:txBody>
          <a:bodyPr>
            <a:normAutofit fontScale="90000"/>
          </a:bodyPr>
          <a:lstStyle/>
          <a:p>
            <a:r>
              <a:rPr lang="en-US" dirty="0"/>
              <a:t>Pharse3: Inference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0404C2-7A61-79FC-D73E-7ADE6E132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68" y="655874"/>
            <a:ext cx="11523663" cy="430554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4D7E05-7190-008F-AC80-535AADE34022}"/>
              </a:ext>
            </a:extLst>
          </p:cNvPr>
          <p:cNvSpPr txBox="1">
            <a:spLocks/>
          </p:cNvSpPr>
          <p:nvPr/>
        </p:nvSpPr>
        <p:spPr>
          <a:xfrm>
            <a:off x="334168" y="5132439"/>
            <a:ext cx="11538283" cy="1641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Evidence graph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graph retrieval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input sentences(claim)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LLM</a:t>
            </a:r>
          </a:p>
          <a:p>
            <a:pPr>
              <a:buFontTx/>
              <a:buChar char="-"/>
            </a:pPr>
            <a:r>
              <a:rPr lang="en-US" dirty="0"/>
              <a:t>LLM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factKG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809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8F94-65B5-07E3-7117-1F49B9F0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138983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Experments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0CF14-18FD-5D3D-ED57-59D95AB8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553497"/>
            <a:ext cx="10931013" cy="462346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69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349</Words>
  <Application>Microsoft Office PowerPoint</Application>
  <PresentationFormat>Widescreen</PresentationFormat>
  <Paragraphs>32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KG-GPT: A General Framework for Reasoning on Knowledge Graphs Using Large Language Models </vt:lpstr>
      <vt:lpstr>1. Intro</vt:lpstr>
      <vt:lpstr>2. Method</vt:lpstr>
      <vt:lpstr>PowerPoint Presentation</vt:lpstr>
      <vt:lpstr>PowerPoint Presentation</vt:lpstr>
      <vt:lpstr>PowerPoint Presentation</vt:lpstr>
      <vt:lpstr>Pharse3: Inference </vt:lpstr>
      <vt:lpstr>4. Experments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Trung Kien D22KH02</dc:creator>
  <cp:lastModifiedBy>Nguyen Trung Kien D22KH02</cp:lastModifiedBy>
  <cp:revision>3</cp:revision>
  <dcterms:created xsi:type="dcterms:W3CDTF">2026-03-21T07:19:41Z</dcterms:created>
  <dcterms:modified xsi:type="dcterms:W3CDTF">2026-03-29T23:37:46Z</dcterms:modified>
</cp:coreProperties>
</file>